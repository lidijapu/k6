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2" r:id="rId1"/>
    <p:sldMasterId id="2147483710" r:id="rId2"/>
  </p:sldMasterIdLst>
  <p:sldIdLst>
    <p:sldId id="256" r:id="rId3"/>
    <p:sldId id="301" r:id="rId26"/>
    <p:sldId id="302" r:id="rId27"/>
    <p:sldId id="303" r:id="rId28"/>
    <p:sldId id="304" r:id="rId29"/>
    <p:sldId id="305" r:id="rId30"/>
    <p:sldId id="306" r:id="rId31"/>
    <p:sldId id="307" r:id="rId32"/>
    <p:sldId id="308" r:id="rId33"/>
    <p:sldId id="309" r:id="rId34"/>
    <p:sldId id="310" r:id="rId35"/>
    <p:sldId id="311" r:id="rId36"/>
    <p:sldId id="312" r:id="rId37"/>
    <p:sldId id="313" r:id="rId38"/>
    <p:sldId id="314" r:id="rId39"/>
    <p:sldId id="315" r:id="rId40"/>
    <p:sldId id="316" r:id="rId41"/>
    <p:sldId id="290" r:id="rId21"/>
  </p:sldIdLst>
  <p:sldSz cx="12192000" cy="6858000"/>
  <p:notesSz cx="6858000" cy="9144000"/>
  <p:defaultTextStyle>
    <a:defPPr>
      <a:defRPr lang="lt-L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800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69" autoAdjust="0"/>
    <p:restoredTop sz="95673"/>
  </p:normalViewPr>
  <p:slideViewPr>
    <p:cSldViewPr snapToGrid="0">
      <p:cViewPr varScale="1">
        <p:scale>
          <a:sx n="106" d="100"/>
          <a:sy n="106" d="100"/>
        </p:scale>
        <p:origin x="648" y="11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emf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emf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emf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emf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ulinė skaidr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035300" y="4043088"/>
            <a:ext cx="8560955" cy="2305050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09016" y="459481"/>
            <a:ext cx="3647137" cy="1365515"/>
          </a:xfrm>
          <a:prstGeom prst="rect">
            <a:avLst/>
          </a:prstGeom>
        </p:spPr>
      </p:pic>
      <p:sp>
        <p:nvSpPr>
          <p:cNvPr id="7" name="Rectangle 6"/>
          <p:cNvSpPr/>
          <p:nvPr userDrawn="1"/>
        </p:nvSpPr>
        <p:spPr>
          <a:xfrm>
            <a:off x="2521776" y="3493564"/>
            <a:ext cx="1754297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7930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ulinė skaidrė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6458527" y="3102776"/>
            <a:ext cx="5396345" cy="3481198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7" name="Rectangle 6"/>
          <p:cNvSpPr/>
          <p:nvPr userDrawn="1"/>
        </p:nvSpPr>
        <p:spPr>
          <a:xfrm>
            <a:off x="5946098" y="2667741"/>
            <a:ext cx="1754297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09016" y="459481"/>
            <a:ext cx="3647137" cy="1365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5348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ulinė skaidrė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6458528" y="3338945"/>
            <a:ext cx="5396345" cy="3186462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7" name="Rectangle 6"/>
          <p:cNvSpPr/>
          <p:nvPr userDrawn="1"/>
        </p:nvSpPr>
        <p:spPr>
          <a:xfrm>
            <a:off x="6096000" y="2869785"/>
            <a:ext cx="1410475" cy="13415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796736" y="586110"/>
            <a:ext cx="2970720" cy="1112258"/>
          </a:xfrm>
          <a:prstGeom prst="rect">
            <a:avLst/>
          </a:prstGeom>
        </p:spPr>
      </p:pic>
      <p:sp>
        <p:nvSpPr>
          <p:cNvPr id="10" name="Picture Placeholder 9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096000" cy="68580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0465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uriny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4640580" cy="68580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6054725" y="1889760"/>
            <a:ext cx="5483860" cy="83312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14"/>
          </p:nvPr>
        </p:nvSpPr>
        <p:spPr>
          <a:xfrm>
            <a:off x="6055360" y="3024493"/>
            <a:ext cx="5483225" cy="3345510"/>
          </a:xfrm>
        </p:spPr>
        <p:txBody>
          <a:bodyPr/>
          <a:lstStyle>
            <a:lvl1pPr marL="457200" marR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lvl1pPr>
          </a:lstStyle>
          <a:p>
            <a:pPr lvl="0"/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  <a:p>
            <a:pPr lvl="0"/>
            <a:endParaRPr lang="lt-LT" dirty="0" smtClean="0"/>
          </a:p>
          <a:p>
            <a:pPr lvl="0"/>
            <a:endParaRPr lang="lt-LT" dirty="0" smtClean="0"/>
          </a:p>
        </p:txBody>
      </p:sp>
    </p:spTree>
    <p:extLst>
      <p:ext uri="{BB962C8B-B14F-4D97-AF65-F5344CB8AC3E}">
        <p14:creationId xmlns:p14="http://schemas.microsoft.com/office/powerpoint/2010/main" val="11672212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186842"/>
            <a:ext cx="9053945" cy="1126868"/>
          </a:xfrm>
        </p:spPr>
        <p:txBody>
          <a:bodyPr/>
          <a:lstStyle/>
          <a:p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title</a:t>
            </a:r>
            <a:r>
              <a:rPr lang="lt-LT" dirty="0" smtClean="0"/>
              <a:t> </a:t>
            </a:r>
            <a:r>
              <a:rPr lang="lt-LT" dirty="0" err="1" smtClean="0"/>
              <a:t>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838200" y="2512405"/>
            <a:ext cx="9053945" cy="3597450"/>
          </a:xfrm>
        </p:spPr>
        <p:txBody>
          <a:bodyPr/>
          <a:lstStyle/>
          <a:p>
            <a:pPr lvl="0"/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</p:txBody>
      </p:sp>
    </p:spTree>
    <p:extLst>
      <p:ext uri="{BB962C8B-B14F-4D97-AF65-F5344CB8AC3E}">
        <p14:creationId xmlns:p14="http://schemas.microsoft.com/office/powerpoint/2010/main" val="11911978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veikslėlis ir tekst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76591" y="1392063"/>
            <a:ext cx="6796209" cy="1216922"/>
          </a:xfrm>
        </p:spPr>
        <p:txBody>
          <a:bodyPr anchor="b"/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4176568" y="2909455"/>
            <a:ext cx="6796088" cy="3178897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pPr lvl="0"/>
            <a:r>
              <a:rPr lang="en-US" dirty="0" smtClean="0"/>
              <a:t>Click to edit Master text styles</a:t>
            </a:r>
          </a:p>
        </p:txBody>
      </p:sp>
      <p:sp>
        <p:nvSpPr>
          <p:cNvPr id="8" name="Picture Placeholder 7"/>
          <p:cNvSpPr>
            <a:spLocks noGrp="1"/>
          </p:cNvSpPr>
          <p:nvPr>
            <p:ph type="pic" sz="quarter" idx="13"/>
          </p:nvPr>
        </p:nvSpPr>
        <p:spPr>
          <a:xfrm>
            <a:off x="0" y="7938"/>
            <a:ext cx="3035300" cy="684212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5154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kyriaus pavadinim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 hasCustomPrompt="1"/>
          </p:nvPr>
        </p:nvSpPr>
        <p:spPr>
          <a:xfrm>
            <a:off x="1105870" y="1003148"/>
            <a:ext cx="5031696" cy="3657600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5" name="Rectangle 4"/>
          <p:cNvSpPr/>
          <p:nvPr userDrawn="1"/>
        </p:nvSpPr>
        <p:spPr>
          <a:xfrm>
            <a:off x="576213" y="573364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3004" y="5874868"/>
            <a:ext cx="1447800" cy="44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17311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kyriaus pavadinima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>
            <p:ph type="body" sz="quarter" idx="10" hasCustomPrompt="1"/>
          </p:nvPr>
        </p:nvSpPr>
        <p:spPr>
          <a:xfrm>
            <a:off x="9943144" y="4727407"/>
            <a:ext cx="1943100" cy="1765468"/>
          </a:xfrm>
          <a:noFill/>
          <a:ln>
            <a:noFill/>
          </a:ln>
        </p:spPr>
        <p:txBody>
          <a:bodyPr anchor="b">
            <a:normAutofit/>
          </a:bodyPr>
          <a:lstStyle>
            <a:lvl1pPr algn="r">
              <a:defRPr sz="9600" b="1">
                <a:solidFill>
                  <a:schemeClr val="tx1"/>
                </a:solidFill>
                <a:latin typeface="GT Walsheim" charset="0"/>
                <a:ea typeface="GT Walsheim" charset="0"/>
                <a:cs typeface="GT Walsheim" charset="0"/>
              </a:defRPr>
            </a:lvl1pPr>
          </a:lstStyle>
          <a:p>
            <a:pPr lvl="0"/>
            <a:r>
              <a:rPr lang="en-US" smtClean="0"/>
              <a:t>1</a:t>
            </a:r>
            <a:endParaRPr 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 hasCustomPrompt="1"/>
          </p:nvPr>
        </p:nvSpPr>
        <p:spPr>
          <a:xfrm>
            <a:off x="1105870" y="1003148"/>
            <a:ext cx="5031696" cy="3657600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6" name="Rectangle 5"/>
          <p:cNvSpPr/>
          <p:nvPr userDrawn="1"/>
        </p:nvSpPr>
        <p:spPr>
          <a:xfrm>
            <a:off x="576213" y="573364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25523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kyriaus pavadinimas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 hasCustomPrompt="1"/>
          </p:nvPr>
        </p:nvSpPr>
        <p:spPr>
          <a:xfrm>
            <a:off x="1105870" y="1003148"/>
            <a:ext cx="5031696" cy="3657600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6" name="Rectangle 5"/>
          <p:cNvSpPr/>
          <p:nvPr userDrawn="1"/>
        </p:nvSpPr>
        <p:spPr>
          <a:xfrm>
            <a:off x="576213" y="573364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821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kstas ir paveikslėli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3"/>
          </p:nvPr>
        </p:nvSpPr>
        <p:spPr>
          <a:xfrm>
            <a:off x="4517136" y="0"/>
            <a:ext cx="7674864" cy="6858000"/>
          </a:xfrm>
        </p:spPr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7576" y="1314510"/>
            <a:ext cx="3576408" cy="1405621"/>
          </a:xfrm>
        </p:spPr>
        <p:txBody>
          <a:bodyPr/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4"/>
          </p:nvPr>
        </p:nvSpPr>
        <p:spPr>
          <a:xfrm>
            <a:off x="435864" y="3267940"/>
            <a:ext cx="3576408" cy="3144444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923592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t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756227" y="755793"/>
            <a:ext cx="5332846" cy="3761509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490277" y="2636548"/>
            <a:ext cx="4918075" cy="3574618"/>
          </a:xfrm>
        </p:spPr>
        <p:txBody>
          <a:bodyPr/>
          <a:lstStyle/>
          <a:p>
            <a:pPr lvl="0"/>
            <a:r>
              <a:rPr lang="en-US" dirty="0" smtClean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441136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itat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36750" y="2093595"/>
            <a:ext cx="8318500" cy="2707005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8" name="Rectangle 7"/>
          <p:cNvSpPr/>
          <p:nvPr userDrawn="1"/>
        </p:nvSpPr>
        <p:spPr>
          <a:xfrm>
            <a:off x="0" y="0"/>
            <a:ext cx="3035300" cy="934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 userDrawn="1"/>
        </p:nvSpPr>
        <p:spPr>
          <a:xfrm>
            <a:off x="1104275" y="1724494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 userDrawn="1"/>
        </p:nvSpPr>
        <p:spPr>
          <a:xfrm>
            <a:off x="9409039" y="5038690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2798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veiksllis ir 3 stulpelia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/>
          <p:cNvSpPr>
            <a:spLocks noGrp="1"/>
          </p:cNvSpPr>
          <p:nvPr>
            <p:ph type="body" sz="quarter" idx="10"/>
          </p:nvPr>
        </p:nvSpPr>
        <p:spPr>
          <a:xfrm>
            <a:off x="838201" y="3075709"/>
            <a:ext cx="3193472" cy="3075854"/>
          </a:xfrm>
        </p:spPr>
        <p:txBody>
          <a:bodyPr/>
          <a:lstStyle/>
          <a:p>
            <a:pPr lvl="0"/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</p:txBody>
      </p:sp>
      <p:sp>
        <p:nvSpPr>
          <p:cNvPr id="5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4499264" y="3075709"/>
            <a:ext cx="3193472" cy="3075854"/>
          </a:xfrm>
        </p:spPr>
        <p:txBody>
          <a:bodyPr/>
          <a:lstStyle/>
          <a:p>
            <a:pPr lvl="0"/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2"/>
          </p:nvPr>
        </p:nvSpPr>
        <p:spPr>
          <a:xfrm>
            <a:off x="8160327" y="3075709"/>
            <a:ext cx="3193472" cy="3075854"/>
          </a:xfrm>
        </p:spPr>
        <p:txBody>
          <a:bodyPr/>
          <a:lstStyle/>
          <a:p>
            <a:pPr lvl="0"/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</p:txBody>
      </p:sp>
      <p:sp>
        <p:nvSpPr>
          <p:cNvPr id="9" name="Rectangle 8"/>
          <p:cNvSpPr/>
          <p:nvPr userDrawn="1"/>
        </p:nvSpPr>
        <p:spPr>
          <a:xfrm>
            <a:off x="661924" y="277309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 userDrawn="1"/>
        </p:nvSpPr>
        <p:spPr>
          <a:xfrm>
            <a:off x="4302204" y="277309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 userDrawn="1"/>
        </p:nvSpPr>
        <p:spPr>
          <a:xfrm>
            <a:off x="7963267" y="277309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227647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81446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ys stulpelia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6"/>
          <p:cNvSpPr>
            <a:spLocks noGrp="1"/>
          </p:cNvSpPr>
          <p:nvPr>
            <p:ph type="body" sz="quarter" idx="13"/>
          </p:nvPr>
        </p:nvSpPr>
        <p:spPr>
          <a:xfrm>
            <a:off x="838201" y="1773528"/>
            <a:ext cx="3193472" cy="4323629"/>
          </a:xfrm>
        </p:spPr>
        <p:txBody>
          <a:bodyPr/>
          <a:lstStyle/>
          <a:p>
            <a:pPr lvl="0"/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4499264" y="1773528"/>
            <a:ext cx="3193472" cy="4323629"/>
          </a:xfrm>
        </p:spPr>
        <p:txBody>
          <a:bodyPr/>
          <a:lstStyle/>
          <a:p>
            <a:pPr lvl="0"/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</p:txBody>
      </p:sp>
      <p:sp>
        <p:nvSpPr>
          <p:cNvPr id="8" name="Text Placeholder 6"/>
          <p:cNvSpPr>
            <a:spLocks noGrp="1"/>
          </p:cNvSpPr>
          <p:nvPr>
            <p:ph type="body" sz="quarter" idx="15"/>
          </p:nvPr>
        </p:nvSpPr>
        <p:spPr>
          <a:xfrm>
            <a:off x="8160327" y="1773528"/>
            <a:ext cx="3193472" cy="4323629"/>
          </a:xfrm>
        </p:spPr>
        <p:txBody>
          <a:bodyPr/>
          <a:lstStyle/>
          <a:p>
            <a:pPr lvl="0"/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</p:txBody>
      </p:sp>
      <p:sp>
        <p:nvSpPr>
          <p:cNvPr id="9" name="Rectangle 8"/>
          <p:cNvSpPr/>
          <p:nvPr userDrawn="1"/>
        </p:nvSpPr>
        <p:spPr>
          <a:xfrm>
            <a:off x="646302" y="147091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4286582" y="147091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 userDrawn="1"/>
        </p:nvSpPr>
        <p:spPr>
          <a:xfrm>
            <a:off x="7947645" y="147091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 userDrawn="1"/>
        </p:nvSpPr>
        <p:spPr>
          <a:xfrm>
            <a:off x="0" y="0"/>
            <a:ext cx="3271520" cy="8534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44124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punkta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6"/>
          <p:cNvSpPr>
            <a:spLocks noGrp="1"/>
          </p:cNvSpPr>
          <p:nvPr>
            <p:ph type="body" sz="quarter" idx="13"/>
          </p:nvPr>
        </p:nvSpPr>
        <p:spPr>
          <a:xfrm>
            <a:off x="1004460" y="1907453"/>
            <a:ext cx="4396739" cy="1740450"/>
          </a:xfrm>
        </p:spPr>
        <p:txBody>
          <a:bodyPr/>
          <a:lstStyle/>
          <a:p>
            <a:pPr lvl="0"/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</p:txBody>
      </p:sp>
      <p:sp>
        <p:nvSpPr>
          <p:cNvPr id="9" name="Rectangle 8"/>
          <p:cNvSpPr/>
          <p:nvPr userDrawn="1"/>
        </p:nvSpPr>
        <p:spPr>
          <a:xfrm>
            <a:off x="791778" y="1604843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1004460" y="4284893"/>
            <a:ext cx="4396739" cy="1740450"/>
          </a:xfrm>
        </p:spPr>
        <p:txBody>
          <a:bodyPr/>
          <a:lstStyle/>
          <a:p>
            <a:pPr lvl="0"/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</p:txBody>
      </p:sp>
      <p:sp>
        <p:nvSpPr>
          <p:cNvPr id="13" name="Rectangle 12"/>
          <p:cNvSpPr/>
          <p:nvPr userDrawn="1"/>
        </p:nvSpPr>
        <p:spPr>
          <a:xfrm>
            <a:off x="791778" y="3982283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 Placeholder 6"/>
          <p:cNvSpPr>
            <a:spLocks noGrp="1"/>
          </p:cNvSpPr>
          <p:nvPr>
            <p:ph type="body" sz="quarter" idx="15"/>
          </p:nvPr>
        </p:nvSpPr>
        <p:spPr>
          <a:xfrm>
            <a:off x="6889750" y="1907453"/>
            <a:ext cx="4396739" cy="1740450"/>
          </a:xfrm>
        </p:spPr>
        <p:txBody>
          <a:bodyPr/>
          <a:lstStyle/>
          <a:p>
            <a:pPr lvl="0"/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</p:txBody>
      </p:sp>
      <p:sp>
        <p:nvSpPr>
          <p:cNvPr id="15" name="Rectangle 14"/>
          <p:cNvSpPr/>
          <p:nvPr userDrawn="1"/>
        </p:nvSpPr>
        <p:spPr>
          <a:xfrm>
            <a:off x="6677068" y="1604843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 Placeholder 6"/>
          <p:cNvSpPr>
            <a:spLocks noGrp="1"/>
          </p:cNvSpPr>
          <p:nvPr>
            <p:ph type="body" sz="quarter" idx="16"/>
          </p:nvPr>
        </p:nvSpPr>
        <p:spPr>
          <a:xfrm>
            <a:off x="6889750" y="4284893"/>
            <a:ext cx="4396739" cy="1740450"/>
          </a:xfrm>
        </p:spPr>
        <p:txBody>
          <a:bodyPr/>
          <a:lstStyle/>
          <a:p>
            <a:pPr lvl="0"/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</p:txBody>
      </p:sp>
      <p:sp>
        <p:nvSpPr>
          <p:cNvPr id="17" name="Rectangle 16"/>
          <p:cNvSpPr/>
          <p:nvPr userDrawn="1"/>
        </p:nvSpPr>
        <p:spPr>
          <a:xfrm>
            <a:off x="6677068" y="3982283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3205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k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4" name="Chart Placeholder 3"/>
          <p:cNvSpPr>
            <a:spLocks noGrp="1"/>
          </p:cNvSpPr>
          <p:nvPr>
            <p:ph type="chart" sz="quarter" idx="10"/>
          </p:nvPr>
        </p:nvSpPr>
        <p:spPr>
          <a:xfrm>
            <a:off x="838200" y="2156460"/>
            <a:ext cx="5010150" cy="395605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Chart Placeholder 3"/>
          <p:cNvSpPr>
            <a:spLocks noGrp="1"/>
          </p:cNvSpPr>
          <p:nvPr>
            <p:ph type="chart" sz="quarter" idx="11"/>
          </p:nvPr>
        </p:nvSpPr>
        <p:spPr>
          <a:xfrm>
            <a:off x="6172511" y="2156460"/>
            <a:ext cx="5010150" cy="395605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72663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ka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6" name="Chart Placeholder 5"/>
          <p:cNvSpPr>
            <a:spLocks noGrp="1"/>
          </p:cNvSpPr>
          <p:nvPr>
            <p:ph type="chart" sz="quarter" idx="10"/>
          </p:nvPr>
        </p:nvSpPr>
        <p:spPr>
          <a:xfrm>
            <a:off x="838200" y="2156460"/>
            <a:ext cx="9561513" cy="401955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068009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ruktū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t-LT" smtClean="0"/>
              <a:t>Click to edit Master title style</a:t>
            </a:r>
            <a:endParaRPr lang="en-US"/>
          </a:p>
        </p:txBody>
      </p:sp>
      <p:sp>
        <p:nvSpPr>
          <p:cNvPr id="4" name="SmartArt Placeholder 3"/>
          <p:cNvSpPr>
            <a:spLocks noGrp="1"/>
          </p:cNvSpPr>
          <p:nvPr>
            <p:ph type="dgm" sz="quarter" idx="10"/>
          </p:nvPr>
        </p:nvSpPr>
        <p:spPr>
          <a:xfrm>
            <a:off x="838200" y="2041525"/>
            <a:ext cx="8929255" cy="4221163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82189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ntel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t-LT" smtClean="0"/>
              <a:t>Click to edit Master title style</a:t>
            </a:r>
            <a:endParaRPr lang="en-US"/>
          </a:p>
        </p:txBody>
      </p:sp>
      <p:sp>
        <p:nvSpPr>
          <p:cNvPr id="6" name="Table Placeholder 5"/>
          <p:cNvSpPr>
            <a:spLocks noGrp="1"/>
          </p:cNvSpPr>
          <p:nvPr>
            <p:ph type="tbl" sz="quarter" idx="10"/>
          </p:nvPr>
        </p:nvSpPr>
        <p:spPr>
          <a:xfrm>
            <a:off x="838200" y="2041525"/>
            <a:ext cx="8929688" cy="411003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377446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veikslėl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3294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veikslėlių koliaž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096000" cy="6850063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1"/>
          </p:nvPr>
        </p:nvSpPr>
        <p:spPr>
          <a:xfrm>
            <a:off x="6096000" y="2276475"/>
            <a:ext cx="6096000" cy="4573588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2"/>
          </p:nvPr>
        </p:nvSpPr>
        <p:spPr>
          <a:xfrm>
            <a:off x="6096000" y="0"/>
            <a:ext cx="6096000" cy="227647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14721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išraus turinio koliaž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6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096000" cy="6850063"/>
          </a:xfrm>
        </p:spPr>
        <p:txBody>
          <a:bodyPr/>
          <a:lstStyle/>
          <a:p>
            <a:endParaRPr lang="en-US"/>
          </a:p>
        </p:txBody>
      </p:sp>
      <p:sp>
        <p:nvSpPr>
          <p:cNvPr id="7" name="Picture Placeholder 8"/>
          <p:cNvSpPr>
            <a:spLocks noGrp="1"/>
          </p:cNvSpPr>
          <p:nvPr>
            <p:ph type="pic" sz="quarter" idx="11"/>
          </p:nvPr>
        </p:nvSpPr>
        <p:spPr>
          <a:xfrm>
            <a:off x="6096000" y="2276475"/>
            <a:ext cx="6096000" cy="4573588"/>
          </a:xfrm>
        </p:spPr>
        <p:txBody>
          <a:bodyPr/>
          <a:lstStyle/>
          <a:p>
            <a:endParaRPr lang="en-US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2"/>
          </p:nvPr>
        </p:nvSpPr>
        <p:spPr>
          <a:xfrm>
            <a:off x="6423660" y="320041"/>
            <a:ext cx="5394960" cy="1691640"/>
          </a:xfrm>
        </p:spPr>
        <p:txBody>
          <a:bodyPr/>
          <a:lstStyle/>
          <a:p>
            <a:pPr lvl="0"/>
            <a:r>
              <a:rPr lang="en-US" dirty="0" smtClean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1722876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a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96455" y="599440"/>
            <a:ext cx="3103721" cy="1162056"/>
          </a:xfrm>
          <a:prstGeom prst="rect">
            <a:avLst/>
          </a:prstGeom>
        </p:spPr>
      </p:pic>
      <p:sp>
        <p:nvSpPr>
          <p:cNvPr id="8" name="Text Placeholder 7"/>
          <p:cNvSpPr>
            <a:spLocks noGrp="1"/>
          </p:cNvSpPr>
          <p:nvPr>
            <p:ph type="body" sz="quarter" idx="10"/>
          </p:nvPr>
        </p:nvSpPr>
        <p:spPr>
          <a:xfrm>
            <a:off x="6389255" y="4279271"/>
            <a:ext cx="5394325" cy="2033905"/>
          </a:xfrm>
        </p:spPr>
        <p:txBody>
          <a:bodyPr/>
          <a:lstStyle/>
          <a:p>
            <a:pPr lvl="0"/>
            <a:r>
              <a:rPr lang="en-US" dirty="0" smtClean="0"/>
              <a:t>Click to edit Master text styles</a:t>
            </a:r>
          </a:p>
        </p:txBody>
      </p:sp>
      <p:sp>
        <p:nvSpPr>
          <p:cNvPr id="10" name="Title 1"/>
          <p:cNvSpPr>
            <a:spLocks noGrp="1"/>
          </p:cNvSpPr>
          <p:nvPr>
            <p:ph type="ctrTitle" hasCustomPrompt="1"/>
          </p:nvPr>
        </p:nvSpPr>
        <p:spPr>
          <a:xfrm>
            <a:off x="6389255" y="3221287"/>
            <a:ext cx="5396345" cy="833120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 dirty="0" smtClean="0"/>
              <a:t>PAVADINIMAS</a:t>
            </a:r>
            <a:endParaRPr lang="en-US" dirty="0"/>
          </a:p>
        </p:txBody>
      </p:sp>
      <p:sp>
        <p:nvSpPr>
          <p:cNvPr id="12" name="Rectangle 11"/>
          <p:cNvSpPr/>
          <p:nvPr userDrawn="1"/>
        </p:nvSpPr>
        <p:spPr>
          <a:xfrm>
            <a:off x="5849598" y="2855328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26083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ulinė skaidr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83671" y="449990"/>
            <a:ext cx="3672482" cy="137500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035300" y="4043088"/>
            <a:ext cx="8560955" cy="2305050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7" name="Rectangle 6"/>
          <p:cNvSpPr/>
          <p:nvPr userDrawn="1"/>
        </p:nvSpPr>
        <p:spPr>
          <a:xfrm>
            <a:off x="2521776" y="3493564"/>
            <a:ext cx="1754297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94661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ulinė skaidrė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83671" y="449990"/>
            <a:ext cx="3672482" cy="1375005"/>
          </a:xfrm>
          <a:prstGeom prst="rect">
            <a:avLst/>
          </a:prstGeom>
        </p:spPr>
      </p:pic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6458527" y="3102776"/>
            <a:ext cx="5396345" cy="3481198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7" name="Rectangle 6"/>
          <p:cNvSpPr/>
          <p:nvPr userDrawn="1"/>
        </p:nvSpPr>
        <p:spPr>
          <a:xfrm>
            <a:off x="5946098" y="2667741"/>
            <a:ext cx="1754297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94701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ulinė skaidrė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796736" y="586111"/>
            <a:ext cx="2967867" cy="1111192"/>
          </a:xfrm>
          <a:prstGeom prst="rect">
            <a:avLst/>
          </a:prstGeom>
        </p:spPr>
      </p:pic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6458528" y="3338945"/>
            <a:ext cx="5396345" cy="3186462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7" name="Rectangle 6"/>
          <p:cNvSpPr/>
          <p:nvPr userDrawn="1"/>
        </p:nvSpPr>
        <p:spPr>
          <a:xfrm>
            <a:off x="6096000" y="2869785"/>
            <a:ext cx="1410475" cy="13415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096000" cy="68580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23587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uriny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4640580" cy="68580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6054725" y="1889760"/>
            <a:ext cx="5483860" cy="83312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14"/>
          </p:nvPr>
        </p:nvSpPr>
        <p:spPr>
          <a:xfrm>
            <a:off x="6055360" y="3024493"/>
            <a:ext cx="5483225" cy="3345510"/>
          </a:xfrm>
        </p:spPr>
        <p:txBody>
          <a:bodyPr/>
          <a:lstStyle>
            <a:lvl1pPr marL="457200" marR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lvl1pPr>
          </a:lstStyle>
          <a:p>
            <a:pPr lvl="0"/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  <a:p>
            <a:pPr lvl="0"/>
            <a:endParaRPr lang="lt-LT" dirty="0" smtClean="0"/>
          </a:p>
          <a:p>
            <a:pPr lvl="0"/>
            <a:endParaRPr lang="lt-LT" dirty="0" smtClean="0"/>
          </a:p>
        </p:txBody>
      </p:sp>
    </p:spTree>
    <p:extLst>
      <p:ext uri="{BB962C8B-B14F-4D97-AF65-F5344CB8AC3E}">
        <p14:creationId xmlns:p14="http://schemas.microsoft.com/office/powerpoint/2010/main" val="208818472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186842"/>
            <a:ext cx="9053945" cy="1126868"/>
          </a:xfrm>
        </p:spPr>
        <p:txBody>
          <a:bodyPr/>
          <a:lstStyle/>
          <a:p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title</a:t>
            </a:r>
            <a:r>
              <a:rPr lang="lt-LT" dirty="0" smtClean="0"/>
              <a:t> </a:t>
            </a:r>
            <a:r>
              <a:rPr lang="lt-LT" dirty="0" err="1" smtClean="0"/>
              <a:t>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838200" y="2512405"/>
            <a:ext cx="9053945" cy="3597450"/>
          </a:xfrm>
        </p:spPr>
        <p:txBody>
          <a:bodyPr/>
          <a:lstStyle/>
          <a:p>
            <a:pPr lvl="0"/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</p:txBody>
      </p:sp>
    </p:spTree>
    <p:extLst>
      <p:ext uri="{BB962C8B-B14F-4D97-AF65-F5344CB8AC3E}">
        <p14:creationId xmlns:p14="http://schemas.microsoft.com/office/powerpoint/2010/main" val="93349977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veikslėlis ir tekst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76591" y="1392063"/>
            <a:ext cx="6796209" cy="1216922"/>
          </a:xfrm>
        </p:spPr>
        <p:txBody>
          <a:bodyPr anchor="b"/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4176568" y="2909455"/>
            <a:ext cx="6796088" cy="3178897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pPr lvl="0"/>
            <a:r>
              <a:rPr lang="en-US" dirty="0" smtClean="0"/>
              <a:t>Click to edit Master text styles</a:t>
            </a:r>
          </a:p>
        </p:txBody>
      </p:sp>
      <p:sp>
        <p:nvSpPr>
          <p:cNvPr id="8" name="Picture Placeholder 7"/>
          <p:cNvSpPr>
            <a:spLocks noGrp="1"/>
          </p:cNvSpPr>
          <p:nvPr>
            <p:ph type="pic" sz="quarter" idx="13"/>
          </p:nvPr>
        </p:nvSpPr>
        <p:spPr>
          <a:xfrm>
            <a:off x="0" y="7938"/>
            <a:ext cx="3035300" cy="684212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50895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kyriaus pavadinim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 hasCustomPrompt="1"/>
          </p:nvPr>
        </p:nvSpPr>
        <p:spPr>
          <a:xfrm>
            <a:off x="1105870" y="1003148"/>
            <a:ext cx="5031696" cy="3657600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5" name="Rectangle 4"/>
          <p:cNvSpPr/>
          <p:nvPr userDrawn="1"/>
        </p:nvSpPr>
        <p:spPr>
          <a:xfrm>
            <a:off x="576213" y="573364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3004" y="5893918"/>
            <a:ext cx="1447800" cy="44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671824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kyriaus pavadinima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>
            <p:ph type="body" sz="quarter" idx="10" hasCustomPrompt="1"/>
          </p:nvPr>
        </p:nvSpPr>
        <p:spPr>
          <a:xfrm>
            <a:off x="9943144" y="4727407"/>
            <a:ext cx="1943100" cy="1765468"/>
          </a:xfrm>
          <a:noFill/>
          <a:ln>
            <a:noFill/>
          </a:ln>
        </p:spPr>
        <p:txBody>
          <a:bodyPr anchor="b">
            <a:normAutofit/>
          </a:bodyPr>
          <a:lstStyle>
            <a:lvl1pPr algn="r">
              <a:defRPr sz="9600" b="1">
                <a:solidFill>
                  <a:schemeClr val="tx1"/>
                </a:solidFill>
                <a:latin typeface="GT Walsheim" charset="0"/>
                <a:ea typeface="GT Walsheim" charset="0"/>
                <a:cs typeface="GT Walsheim" charset="0"/>
              </a:defRPr>
            </a:lvl1pPr>
          </a:lstStyle>
          <a:p>
            <a:pPr lvl="0"/>
            <a:r>
              <a:rPr lang="en-US" smtClean="0"/>
              <a:t>1</a:t>
            </a:r>
            <a:endParaRPr 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 hasCustomPrompt="1"/>
          </p:nvPr>
        </p:nvSpPr>
        <p:spPr>
          <a:xfrm>
            <a:off x="1105870" y="1003148"/>
            <a:ext cx="5031696" cy="3657600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6" name="Rectangle 5"/>
          <p:cNvSpPr/>
          <p:nvPr userDrawn="1"/>
        </p:nvSpPr>
        <p:spPr>
          <a:xfrm>
            <a:off x="576213" y="573364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40897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kyriaus pavadinimas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1105870" y="1003148"/>
            <a:ext cx="5031696" cy="3657600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8" name="Rectangle 7"/>
          <p:cNvSpPr/>
          <p:nvPr userDrawn="1"/>
        </p:nvSpPr>
        <p:spPr>
          <a:xfrm>
            <a:off x="576213" y="573364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6086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kstas ir paveikslėli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3"/>
          </p:nvPr>
        </p:nvSpPr>
        <p:spPr>
          <a:xfrm>
            <a:off x="4517136" y="0"/>
            <a:ext cx="7674864" cy="6858000"/>
          </a:xfrm>
        </p:spPr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7576" y="1314510"/>
            <a:ext cx="3576408" cy="1405621"/>
          </a:xfrm>
        </p:spPr>
        <p:txBody>
          <a:bodyPr/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4"/>
          </p:nvPr>
        </p:nvSpPr>
        <p:spPr>
          <a:xfrm>
            <a:off x="435864" y="3267940"/>
            <a:ext cx="3576408" cy="3144444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12505080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t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756227" y="755793"/>
            <a:ext cx="5332846" cy="3761509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490277" y="2636548"/>
            <a:ext cx="4918075" cy="3574618"/>
          </a:xfrm>
        </p:spPr>
        <p:txBody>
          <a:bodyPr/>
          <a:lstStyle/>
          <a:p>
            <a:pPr lvl="0"/>
            <a:r>
              <a:rPr lang="en-US" dirty="0" smtClean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9630533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itat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36750" y="2093595"/>
            <a:ext cx="8318500" cy="2707005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8" name="Rectangle 7"/>
          <p:cNvSpPr/>
          <p:nvPr userDrawn="1"/>
        </p:nvSpPr>
        <p:spPr>
          <a:xfrm>
            <a:off x="0" y="0"/>
            <a:ext cx="3035300" cy="934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 userDrawn="1"/>
        </p:nvSpPr>
        <p:spPr>
          <a:xfrm>
            <a:off x="1104275" y="1724494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 userDrawn="1"/>
        </p:nvSpPr>
        <p:spPr>
          <a:xfrm>
            <a:off x="9409039" y="5038690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35971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veiksllis ir 3 stulpelia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/>
          <p:cNvSpPr>
            <a:spLocks noGrp="1"/>
          </p:cNvSpPr>
          <p:nvPr>
            <p:ph type="body" sz="quarter" idx="10"/>
          </p:nvPr>
        </p:nvSpPr>
        <p:spPr>
          <a:xfrm>
            <a:off x="838201" y="3075709"/>
            <a:ext cx="3193472" cy="3075854"/>
          </a:xfrm>
        </p:spPr>
        <p:txBody>
          <a:bodyPr/>
          <a:lstStyle/>
          <a:p>
            <a:pPr lvl="0"/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</p:txBody>
      </p:sp>
      <p:sp>
        <p:nvSpPr>
          <p:cNvPr id="5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4499264" y="3075709"/>
            <a:ext cx="3193472" cy="3075854"/>
          </a:xfrm>
        </p:spPr>
        <p:txBody>
          <a:bodyPr/>
          <a:lstStyle/>
          <a:p>
            <a:pPr lvl="0"/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2"/>
          </p:nvPr>
        </p:nvSpPr>
        <p:spPr>
          <a:xfrm>
            <a:off x="8160327" y="3075709"/>
            <a:ext cx="3193472" cy="3075854"/>
          </a:xfrm>
        </p:spPr>
        <p:txBody>
          <a:bodyPr/>
          <a:lstStyle/>
          <a:p>
            <a:pPr lvl="0"/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</p:txBody>
      </p:sp>
      <p:sp>
        <p:nvSpPr>
          <p:cNvPr id="9" name="Rectangle 8"/>
          <p:cNvSpPr/>
          <p:nvPr userDrawn="1"/>
        </p:nvSpPr>
        <p:spPr>
          <a:xfrm>
            <a:off x="661924" y="277309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 userDrawn="1"/>
        </p:nvSpPr>
        <p:spPr>
          <a:xfrm>
            <a:off x="4302204" y="277309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 userDrawn="1"/>
        </p:nvSpPr>
        <p:spPr>
          <a:xfrm>
            <a:off x="7963267" y="277309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227647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81421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ys stulpelia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6"/>
          <p:cNvSpPr>
            <a:spLocks noGrp="1"/>
          </p:cNvSpPr>
          <p:nvPr>
            <p:ph type="body" sz="quarter" idx="13"/>
          </p:nvPr>
        </p:nvSpPr>
        <p:spPr>
          <a:xfrm>
            <a:off x="838201" y="1773528"/>
            <a:ext cx="3193472" cy="4323629"/>
          </a:xfrm>
        </p:spPr>
        <p:txBody>
          <a:bodyPr/>
          <a:lstStyle/>
          <a:p>
            <a:pPr lvl="0"/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4499264" y="1773528"/>
            <a:ext cx="3193472" cy="4323629"/>
          </a:xfrm>
        </p:spPr>
        <p:txBody>
          <a:bodyPr/>
          <a:lstStyle/>
          <a:p>
            <a:pPr lvl="0"/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</p:txBody>
      </p:sp>
      <p:sp>
        <p:nvSpPr>
          <p:cNvPr id="8" name="Text Placeholder 6"/>
          <p:cNvSpPr>
            <a:spLocks noGrp="1"/>
          </p:cNvSpPr>
          <p:nvPr>
            <p:ph type="body" sz="quarter" idx="15"/>
          </p:nvPr>
        </p:nvSpPr>
        <p:spPr>
          <a:xfrm>
            <a:off x="8160327" y="1773528"/>
            <a:ext cx="3193472" cy="4323629"/>
          </a:xfrm>
        </p:spPr>
        <p:txBody>
          <a:bodyPr/>
          <a:lstStyle/>
          <a:p>
            <a:pPr lvl="0"/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</p:txBody>
      </p:sp>
      <p:sp>
        <p:nvSpPr>
          <p:cNvPr id="9" name="Rectangle 8"/>
          <p:cNvSpPr/>
          <p:nvPr userDrawn="1"/>
        </p:nvSpPr>
        <p:spPr>
          <a:xfrm>
            <a:off x="646302" y="147091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4286582" y="147091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 userDrawn="1"/>
        </p:nvSpPr>
        <p:spPr>
          <a:xfrm>
            <a:off x="7947645" y="147091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 userDrawn="1"/>
        </p:nvSpPr>
        <p:spPr>
          <a:xfrm>
            <a:off x="0" y="0"/>
            <a:ext cx="3271520" cy="8534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2071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punkta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6"/>
          <p:cNvSpPr>
            <a:spLocks noGrp="1"/>
          </p:cNvSpPr>
          <p:nvPr>
            <p:ph type="body" sz="quarter" idx="13"/>
          </p:nvPr>
        </p:nvSpPr>
        <p:spPr>
          <a:xfrm>
            <a:off x="1004460" y="1907453"/>
            <a:ext cx="4396739" cy="1740450"/>
          </a:xfrm>
        </p:spPr>
        <p:txBody>
          <a:bodyPr/>
          <a:lstStyle/>
          <a:p>
            <a:pPr lvl="0"/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</p:txBody>
      </p:sp>
      <p:sp>
        <p:nvSpPr>
          <p:cNvPr id="9" name="Rectangle 8"/>
          <p:cNvSpPr/>
          <p:nvPr userDrawn="1"/>
        </p:nvSpPr>
        <p:spPr>
          <a:xfrm>
            <a:off x="791778" y="1604843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1004460" y="4284893"/>
            <a:ext cx="4396739" cy="1740450"/>
          </a:xfrm>
        </p:spPr>
        <p:txBody>
          <a:bodyPr/>
          <a:lstStyle/>
          <a:p>
            <a:pPr lvl="0"/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</p:txBody>
      </p:sp>
      <p:sp>
        <p:nvSpPr>
          <p:cNvPr id="13" name="Rectangle 12"/>
          <p:cNvSpPr/>
          <p:nvPr userDrawn="1"/>
        </p:nvSpPr>
        <p:spPr>
          <a:xfrm>
            <a:off x="791778" y="3982283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 Placeholder 6"/>
          <p:cNvSpPr>
            <a:spLocks noGrp="1"/>
          </p:cNvSpPr>
          <p:nvPr>
            <p:ph type="body" sz="quarter" idx="15"/>
          </p:nvPr>
        </p:nvSpPr>
        <p:spPr>
          <a:xfrm>
            <a:off x="6889750" y="1907453"/>
            <a:ext cx="4396739" cy="1740450"/>
          </a:xfrm>
        </p:spPr>
        <p:txBody>
          <a:bodyPr/>
          <a:lstStyle/>
          <a:p>
            <a:pPr lvl="0"/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</p:txBody>
      </p:sp>
      <p:sp>
        <p:nvSpPr>
          <p:cNvPr id="15" name="Rectangle 14"/>
          <p:cNvSpPr/>
          <p:nvPr userDrawn="1"/>
        </p:nvSpPr>
        <p:spPr>
          <a:xfrm>
            <a:off x="6677068" y="1604843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 Placeholder 6"/>
          <p:cNvSpPr>
            <a:spLocks noGrp="1"/>
          </p:cNvSpPr>
          <p:nvPr>
            <p:ph type="body" sz="quarter" idx="16"/>
          </p:nvPr>
        </p:nvSpPr>
        <p:spPr>
          <a:xfrm>
            <a:off x="6889750" y="4284893"/>
            <a:ext cx="4396739" cy="1740450"/>
          </a:xfrm>
        </p:spPr>
        <p:txBody>
          <a:bodyPr/>
          <a:lstStyle/>
          <a:p>
            <a:pPr lvl="0"/>
            <a:r>
              <a:rPr lang="lt-LT" dirty="0" err="1" smtClean="0"/>
              <a:t>Click</a:t>
            </a:r>
            <a:r>
              <a:rPr lang="lt-LT" dirty="0" smtClean="0"/>
              <a:t> to </a:t>
            </a:r>
            <a:r>
              <a:rPr lang="lt-LT" dirty="0" err="1" smtClean="0"/>
              <a:t>edit</a:t>
            </a:r>
            <a:r>
              <a:rPr lang="lt-LT" dirty="0" smtClean="0"/>
              <a:t> </a:t>
            </a:r>
            <a:r>
              <a:rPr lang="lt-LT" dirty="0" err="1" smtClean="0"/>
              <a:t>Master</a:t>
            </a:r>
            <a:r>
              <a:rPr lang="lt-LT" dirty="0" smtClean="0"/>
              <a:t> </a:t>
            </a:r>
            <a:r>
              <a:rPr lang="lt-LT" dirty="0" err="1" smtClean="0"/>
              <a:t>text</a:t>
            </a:r>
            <a:r>
              <a:rPr lang="lt-LT" dirty="0" smtClean="0"/>
              <a:t> </a:t>
            </a:r>
            <a:r>
              <a:rPr lang="lt-LT" dirty="0" err="1" smtClean="0"/>
              <a:t>styles</a:t>
            </a:r>
            <a:endParaRPr lang="lt-LT" dirty="0" smtClean="0"/>
          </a:p>
        </p:txBody>
      </p:sp>
      <p:sp>
        <p:nvSpPr>
          <p:cNvPr id="17" name="Rectangle 16"/>
          <p:cNvSpPr/>
          <p:nvPr userDrawn="1"/>
        </p:nvSpPr>
        <p:spPr>
          <a:xfrm>
            <a:off x="6677068" y="3982283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57910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ka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4" name="Chart Placeholder 3"/>
          <p:cNvSpPr>
            <a:spLocks noGrp="1"/>
          </p:cNvSpPr>
          <p:nvPr>
            <p:ph type="chart" sz="quarter" idx="10"/>
          </p:nvPr>
        </p:nvSpPr>
        <p:spPr>
          <a:xfrm>
            <a:off x="838200" y="2156460"/>
            <a:ext cx="5010150" cy="395605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Chart Placeholder 3"/>
          <p:cNvSpPr>
            <a:spLocks noGrp="1"/>
          </p:cNvSpPr>
          <p:nvPr>
            <p:ph type="chart" sz="quarter" idx="11"/>
          </p:nvPr>
        </p:nvSpPr>
        <p:spPr>
          <a:xfrm>
            <a:off x="6172511" y="2156460"/>
            <a:ext cx="5010150" cy="395605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18060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ka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6" name="Chart Placeholder 5"/>
          <p:cNvSpPr>
            <a:spLocks noGrp="1"/>
          </p:cNvSpPr>
          <p:nvPr>
            <p:ph type="chart" sz="quarter" idx="10"/>
          </p:nvPr>
        </p:nvSpPr>
        <p:spPr>
          <a:xfrm>
            <a:off x="838200" y="2156460"/>
            <a:ext cx="9561513" cy="401955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92600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ruktū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t-LT" smtClean="0"/>
              <a:t>Click to edit Master title style</a:t>
            </a:r>
            <a:endParaRPr lang="en-US"/>
          </a:p>
        </p:txBody>
      </p:sp>
      <p:sp>
        <p:nvSpPr>
          <p:cNvPr id="4" name="SmartArt Placeholder 3"/>
          <p:cNvSpPr>
            <a:spLocks noGrp="1"/>
          </p:cNvSpPr>
          <p:nvPr>
            <p:ph type="dgm" sz="quarter" idx="10"/>
          </p:nvPr>
        </p:nvSpPr>
        <p:spPr>
          <a:xfrm>
            <a:off x="838200" y="2041525"/>
            <a:ext cx="8929255" cy="4221163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55134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ntel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t-LT" smtClean="0"/>
              <a:t>Click to edit Master title style</a:t>
            </a:r>
            <a:endParaRPr lang="en-US"/>
          </a:p>
        </p:txBody>
      </p:sp>
      <p:sp>
        <p:nvSpPr>
          <p:cNvPr id="6" name="Table Placeholder 5"/>
          <p:cNvSpPr>
            <a:spLocks noGrp="1"/>
          </p:cNvSpPr>
          <p:nvPr>
            <p:ph type="tbl" sz="quarter" idx="10"/>
          </p:nvPr>
        </p:nvSpPr>
        <p:spPr>
          <a:xfrm>
            <a:off x="838200" y="2041525"/>
            <a:ext cx="8929688" cy="411003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65361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veikslėl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20521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veikslėlių koliaž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096000" cy="6850063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1"/>
          </p:nvPr>
        </p:nvSpPr>
        <p:spPr>
          <a:xfrm>
            <a:off x="6096000" y="2276475"/>
            <a:ext cx="6096000" cy="4573588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2"/>
          </p:nvPr>
        </p:nvSpPr>
        <p:spPr>
          <a:xfrm>
            <a:off x="6096000" y="0"/>
            <a:ext cx="6096000" cy="227647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85825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išraus turinio koliaž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6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096000" cy="6850063"/>
          </a:xfrm>
        </p:spPr>
        <p:txBody>
          <a:bodyPr/>
          <a:lstStyle/>
          <a:p>
            <a:endParaRPr lang="en-US"/>
          </a:p>
        </p:txBody>
      </p:sp>
      <p:sp>
        <p:nvSpPr>
          <p:cNvPr id="7" name="Picture Placeholder 8"/>
          <p:cNvSpPr>
            <a:spLocks noGrp="1"/>
          </p:cNvSpPr>
          <p:nvPr>
            <p:ph type="pic" sz="quarter" idx="11"/>
          </p:nvPr>
        </p:nvSpPr>
        <p:spPr>
          <a:xfrm>
            <a:off x="6096000" y="2276475"/>
            <a:ext cx="6096000" cy="4573588"/>
          </a:xfrm>
        </p:spPr>
        <p:txBody>
          <a:bodyPr/>
          <a:lstStyle/>
          <a:p>
            <a:endParaRPr lang="en-US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2"/>
          </p:nvPr>
        </p:nvSpPr>
        <p:spPr>
          <a:xfrm>
            <a:off x="6423660" y="320041"/>
            <a:ext cx="5394960" cy="1691640"/>
          </a:xfrm>
        </p:spPr>
        <p:txBody>
          <a:bodyPr/>
          <a:lstStyle/>
          <a:p>
            <a:pPr lvl="0"/>
            <a:r>
              <a:rPr lang="en-US" dirty="0" smtClean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13857943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a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83671" y="594653"/>
            <a:ext cx="3116505" cy="1166843"/>
          </a:xfrm>
          <a:prstGeom prst="rect">
            <a:avLst/>
          </a:prstGeom>
        </p:spPr>
      </p:pic>
      <p:sp>
        <p:nvSpPr>
          <p:cNvPr id="8" name="Text Placeholder 7"/>
          <p:cNvSpPr>
            <a:spLocks noGrp="1"/>
          </p:cNvSpPr>
          <p:nvPr>
            <p:ph type="body" sz="quarter" idx="10"/>
          </p:nvPr>
        </p:nvSpPr>
        <p:spPr>
          <a:xfrm>
            <a:off x="6389255" y="4279271"/>
            <a:ext cx="5394325" cy="2033905"/>
          </a:xfrm>
        </p:spPr>
        <p:txBody>
          <a:bodyPr/>
          <a:lstStyle/>
          <a:p>
            <a:pPr lvl="0"/>
            <a:r>
              <a:rPr lang="en-US" dirty="0" smtClean="0"/>
              <a:t>Click to edit Master text styles</a:t>
            </a:r>
          </a:p>
        </p:txBody>
      </p:sp>
      <p:sp>
        <p:nvSpPr>
          <p:cNvPr id="10" name="Title 1"/>
          <p:cNvSpPr>
            <a:spLocks noGrp="1"/>
          </p:cNvSpPr>
          <p:nvPr>
            <p:ph type="ctrTitle" hasCustomPrompt="1"/>
          </p:nvPr>
        </p:nvSpPr>
        <p:spPr>
          <a:xfrm>
            <a:off x="6389255" y="3221287"/>
            <a:ext cx="5396345" cy="833120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 dirty="0" smtClean="0"/>
              <a:t>PAVADINIMAS</a:t>
            </a:r>
            <a:endParaRPr lang="en-US" dirty="0"/>
          </a:p>
        </p:txBody>
      </p:sp>
      <p:sp>
        <p:nvSpPr>
          <p:cNvPr id="12" name="Rectangle 11"/>
          <p:cNvSpPr/>
          <p:nvPr userDrawn="1"/>
        </p:nvSpPr>
        <p:spPr>
          <a:xfrm>
            <a:off x="5849598" y="2855328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840274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emf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<Relationship Id="rId14" Type="http://schemas.openxmlformats.org/officeDocument/2006/relationships/slideLayout" Target="../slideLayouts/slideLayout37.xml"/><Relationship Id="rId15" Type="http://schemas.openxmlformats.org/officeDocument/2006/relationships/slideLayout" Target="../slideLayouts/slideLayout38.xml"/><Relationship Id="rId16" Type="http://schemas.openxmlformats.org/officeDocument/2006/relationships/slideLayout" Target="../slideLayouts/slideLayout39.xml"/><Relationship Id="rId17" Type="http://schemas.openxmlformats.org/officeDocument/2006/relationships/slideLayout" Target="../slideLayouts/slideLayout40.xml"/><Relationship Id="rId18" Type="http://schemas.openxmlformats.org/officeDocument/2006/relationships/slideLayout" Target="../slideLayouts/slideLayout41.xml"/><Relationship Id="rId19" Type="http://schemas.openxmlformats.org/officeDocument/2006/relationships/slideLayout" Target="../slideLayouts/slideLayout42.xml"/><Relationship Id="rId20" Type="http://schemas.openxmlformats.org/officeDocument/2006/relationships/slideLayout" Target="../slideLayouts/slideLayout43.xml"/><Relationship Id="rId21" Type="http://schemas.openxmlformats.org/officeDocument/2006/relationships/slideLayout" Target="../slideLayouts/slideLayout44.xml"/><Relationship Id="rId22" Type="http://schemas.openxmlformats.org/officeDocument/2006/relationships/slideLayout" Target="../slideLayouts/slideLayout45.xml"/><Relationship Id="rId23" Type="http://schemas.openxmlformats.org/officeDocument/2006/relationships/slideLayout" Target="../slideLayouts/slideLayout46.xml"/><Relationship Id="rId24" Type="http://schemas.openxmlformats.org/officeDocument/2006/relationships/theme" Target="../theme/theme2.xml"/><Relationship Id="rId25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715787"/>
            <a:ext cx="8929255" cy="132556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2276475"/>
            <a:ext cx="8929255" cy="31489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 smtClean="0"/>
              <a:t>Click to edit Master text styles</a:t>
            </a:r>
          </a:p>
        </p:txBody>
      </p:sp>
      <p:sp>
        <p:nvSpPr>
          <p:cNvPr id="8" name="Footer Placeholder 4"/>
          <p:cNvSpPr txBox="1">
            <a:spLocks/>
          </p:cNvSpPr>
          <p:nvPr userDrawn="1"/>
        </p:nvSpPr>
        <p:spPr>
          <a:xfrm>
            <a:off x="6770747" y="6356350"/>
            <a:ext cx="37143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lt-LT"/>
            </a:defPPr>
            <a:lvl1pPr marL="0" algn="ctr" defTabSz="914400" rtl="0" eaLnBrk="1" latinLnBrk="0" hangingPunct="1">
              <a:defRPr sz="1200" kern="1200">
                <a:solidFill>
                  <a:schemeClr val="bg1">
                    <a:lumMod val="50000"/>
                  </a:schemeClr>
                </a:solidFill>
                <a:latin typeface="GT Walsheim" charset="0"/>
                <a:ea typeface="GT Walsheim" charset="0"/>
                <a:cs typeface="GT Walsheim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</p:txBody>
      </p: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25"/>
          <a:stretch>
            <a:fillRect/>
          </a:stretch>
        </p:blipFill>
        <p:spPr>
          <a:xfrm>
            <a:off x="10163004" y="521818"/>
            <a:ext cx="1447800" cy="44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65270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76" r:id="rId2"/>
    <p:sldLayoutId id="2147483678" r:id="rId3"/>
    <p:sldLayoutId id="2147483683" r:id="rId4"/>
    <p:sldLayoutId id="2147483709" r:id="rId5"/>
    <p:sldLayoutId id="2147483654" r:id="rId6"/>
    <p:sldLayoutId id="2147483655" r:id="rId7"/>
    <p:sldLayoutId id="2147483680" r:id="rId8"/>
    <p:sldLayoutId id="2147483677" r:id="rId9"/>
    <p:sldLayoutId id="2147483656" r:id="rId10"/>
    <p:sldLayoutId id="2147483658" r:id="rId11"/>
    <p:sldLayoutId id="2147483684" r:id="rId12"/>
    <p:sldLayoutId id="2147483679" r:id="rId13"/>
    <p:sldLayoutId id="2147483685" r:id="rId14"/>
    <p:sldLayoutId id="2147483686" r:id="rId15"/>
    <p:sldLayoutId id="2147483730" r:id="rId16"/>
    <p:sldLayoutId id="2147483731" r:id="rId17"/>
    <p:sldLayoutId id="2147483734" r:id="rId18"/>
    <p:sldLayoutId id="2147483735" r:id="rId19"/>
    <p:sldLayoutId id="2147483659" r:id="rId20"/>
    <p:sldLayoutId id="2147483687" r:id="rId21"/>
    <p:sldLayoutId id="2147483688" r:id="rId22"/>
    <p:sldLayoutId id="2147483682" r:id="rId2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Arial" charset="0"/>
          <a:ea typeface="Arial" charset="0"/>
          <a:cs typeface="Arial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/>
        <a:buNone/>
        <a:defRPr sz="2000" kern="1200">
          <a:solidFill>
            <a:schemeClr val="bg1">
              <a:lumMod val="50000"/>
            </a:schemeClr>
          </a:solidFill>
          <a:latin typeface="Arial" charset="0"/>
          <a:ea typeface="Arial" charset="0"/>
          <a:cs typeface="Arial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/>
        <a:buNone/>
        <a:defRPr sz="2000" kern="1200">
          <a:solidFill>
            <a:schemeClr val="bg1">
              <a:lumMod val="50000"/>
            </a:schemeClr>
          </a:solidFill>
          <a:latin typeface="GT Walsheim" charset="0"/>
          <a:ea typeface="GT Walsheim" charset="0"/>
          <a:cs typeface="GT Walsheim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/>
        <a:buNone/>
        <a:defRPr sz="1800" kern="1200">
          <a:solidFill>
            <a:schemeClr val="bg1">
              <a:lumMod val="50000"/>
            </a:schemeClr>
          </a:solidFill>
          <a:latin typeface="GT Walsheim" charset="0"/>
          <a:ea typeface="GT Walsheim" charset="0"/>
          <a:cs typeface="GT Walsheim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/>
        <a:buNone/>
        <a:defRPr sz="1600" kern="1200">
          <a:solidFill>
            <a:schemeClr val="bg1">
              <a:lumMod val="50000"/>
            </a:schemeClr>
          </a:solidFill>
          <a:latin typeface="GT Walsheim" charset="0"/>
          <a:ea typeface="GT Walsheim" charset="0"/>
          <a:cs typeface="GT Walsheim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/>
        <a:buNone/>
        <a:defRPr sz="1600" kern="1200">
          <a:solidFill>
            <a:schemeClr val="bg1">
              <a:lumMod val="50000"/>
            </a:schemeClr>
          </a:solidFill>
          <a:latin typeface="GT Walsheim" charset="0"/>
          <a:ea typeface="GT Walsheim" charset="0"/>
          <a:cs typeface="GT Walsheim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5" userDrawn="1">
          <p15:clr>
            <a:srgbClr val="F26B43"/>
          </p15:clr>
        </p15:guide>
        <p15:guide id="2" userDrawn="1">
          <p15:clr>
            <a:srgbClr val="F26B43"/>
          </p15:clr>
        </p15:guide>
        <p15:guide id="3" pos="5768" userDrawn="1">
          <p15:clr>
            <a:srgbClr val="F26B43"/>
          </p15:clr>
        </p15:guide>
        <p15:guide id="4" pos="1912" userDrawn="1">
          <p15:clr>
            <a:srgbClr val="F26B43"/>
          </p15:clr>
        </p15:guide>
        <p15:guide id="5" pos="3840" userDrawn="1">
          <p15:clr>
            <a:srgbClr val="F26B43"/>
          </p15:clr>
        </p15:guide>
        <p15:guide id="6" pos="7680" userDrawn="1">
          <p15:clr>
            <a:srgbClr val="F26B43"/>
          </p15:clr>
        </p15:guide>
        <p15:guide id="7" orient="horz" pos="1434" userDrawn="1">
          <p15:clr>
            <a:srgbClr val="F26B43"/>
          </p15:clr>
        </p15:guide>
        <p15:guide id="8" orient="horz" pos="2886" userDrawn="1">
          <p15:clr>
            <a:srgbClr val="F26B43"/>
          </p15:clr>
        </p15:guide>
        <p15:guide id="9" orient="horz" pos="4315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5"/>
          <a:stretch>
            <a:fillRect/>
          </a:stretch>
        </p:blipFill>
        <p:spPr>
          <a:xfrm>
            <a:off x="10163004" y="521818"/>
            <a:ext cx="1447800" cy="4445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715787"/>
            <a:ext cx="8929255" cy="132556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2276475"/>
            <a:ext cx="8929255" cy="31489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 smtClean="0"/>
              <a:t>Click to edit Master text styles</a:t>
            </a:r>
          </a:p>
        </p:txBody>
      </p:sp>
      <p:sp>
        <p:nvSpPr>
          <p:cNvPr id="8" name="Footer Placeholder 4"/>
          <p:cNvSpPr txBox="1">
            <a:spLocks/>
          </p:cNvSpPr>
          <p:nvPr userDrawn="1"/>
        </p:nvSpPr>
        <p:spPr>
          <a:xfrm>
            <a:off x="6770747" y="6356350"/>
            <a:ext cx="37143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lt-LT"/>
            </a:defPPr>
            <a:lvl1pPr marL="0" algn="ctr" defTabSz="914400" rtl="0" eaLnBrk="1" latinLnBrk="0" hangingPunct="1">
              <a:defRPr sz="1200" kern="1200">
                <a:solidFill>
                  <a:schemeClr val="bg1">
                    <a:lumMod val="50000"/>
                  </a:schemeClr>
                </a:solidFill>
                <a:latin typeface="GT Walsheim" charset="0"/>
                <a:ea typeface="GT Walsheim" charset="0"/>
                <a:cs typeface="GT Walsheim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578190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1" r:id="rId1"/>
    <p:sldLayoutId id="2147483712" r:id="rId2"/>
    <p:sldLayoutId id="2147483713" r:id="rId3"/>
    <p:sldLayoutId id="2147483714" r:id="rId4"/>
    <p:sldLayoutId id="2147483715" r:id="rId5"/>
    <p:sldLayoutId id="2147483716" r:id="rId6"/>
    <p:sldLayoutId id="2147483717" r:id="rId7"/>
    <p:sldLayoutId id="2147483718" r:id="rId8"/>
    <p:sldLayoutId id="2147483719" r:id="rId9"/>
    <p:sldLayoutId id="2147483720" r:id="rId10"/>
    <p:sldLayoutId id="2147483721" r:id="rId11"/>
    <p:sldLayoutId id="2147483722" r:id="rId12"/>
    <p:sldLayoutId id="2147483723" r:id="rId13"/>
    <p:sldLayoutId id="2147483724" r:id="rId14"/>
    <p:sldLayoutId id="2147483725" r:id="rId15"/>
    <p:sldLayoutId id="2147483732" r:id="rId16"/>
    <p:sldLayoutId id="2147483733" r:id="rId17"/>
    <p:sldLayoutId id="2147483736" r:id="rId18"/>
    <p:sldLayoutId id="2147483737" r:id="rId19"/>
    <p:sldLayoutId id="2147483726" r:id="rId20"/>
    <p:sldLayoutId id="2147483727" r:id="rId21"/>
    <p:sldLayoutId id="2147483728" r:id="rId22"/>
    <p:sldLayoutId id="2147483729" r:id="rId2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Arial" charset="0"/>
          <a:ea typeface="Arial" charset="0"/>
          <a:cs typeface="Arial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/>
        <a:buNone/>
        <a:defRPr sz="2000" kern="1200">
          <a:solidFill>
            <a:schemeClr val="tx1"/>
          </a:solidFill>
          <a:latin typeface="Arial" charset="0"/>
          <a:ea typeface="Arial" charset="0"/>
          <a:cs typeface="Arial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/>
        <a:buNone/>
        <a:defRPr sz="2000" kern="1200">
          <a:solidFill>
            <a:schemeClr val="bg1">
              <a:lumMod val="50000"/>
            </a:schemeClr>
          </a:solidFill>
          <a:latin typeface="GT Walsheim" charset="0"/>
          <a:ea typeface="GT Walsheim" charset="0"/>
          <a:cs typeface="GT Walsheim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/>
        <a:buNone/>
        <a:defRPr sz="1800" kern="1200">
          <a:solidFill>
            <a:schemeClr val="bg1">
              <a:lumMod val="50000"/>
            </a:schemeClr>
          </a:solidFill>
          <a:latin typeface="GT Walsheim" charset="0"/>
          <a:ea typeface="GT Walsheim" charset="0"/>
          <a:cs typeface="GT Walsheim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/>
        <a:buNone/>
        <a:defRPr sz="1600" kern="1200">
          <a:solidFill>
            <a:schemeClr val="bg1">
              <a:lumMod val="50000"/>
            </a:schemeClr>
          </a:solidFill>
          <a:latin typeface="GT Walsheim" charset="0"/>
          <a:ea typeface="GT Walsheim" charset="0"/>
          <a:cs typeface="GT Walsheim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/>
        <a:buNone/>
        <a:defRPr sz="1600" kern="1200">
          <a:solidFill>
            <a:schemeClr val="bg1">
              <a:lumMod val="50000"/>
            </a:schemeClr>
          </a:solidFill>
          <a:latin typeface="GT Walsheim" charset="0"/>
          <a:ea typeface="GT Walsheim" charset="0"/>
          <a:cs typeface="GT Walsheim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5">
          <p15:clr>
            <a:srgbClr val="F26B43"/>
          </p15:clr>
        </p15:guide>
        <p15:guide id="2">
          <p15:clr>
            <a:srgbClr val="F26B43"/>
          </p15:clr>
        </p15:guide>
        <p15:guide id="3" pos="5768">
          <p15:clr>
            <a:srgbClr val="F26B43"/>
          </p15:clr>
        </p15:guide>
        <p15:guide id="4" pos="1912">
          <p15:clr>
            <a:srgbClr val="F26B43"/>
          </p15:clr>
        </p15:guide>
        <p15:guide id="5" pos="3840">
          <p15:clr>
            <a:srgbClr val="F26B43"/>
          </p15:clr>
        </p15:guide>
        <p15:guide id="6" pos="7680">
          <p15:clr>
            <a:srgbClr val="F26B43"/>
          </p15:clr>
        </p15:guide>
        <p15:guide id="7" orient="horz" pos="1434">
          <p15:clr>
            <a:srgbClr val="F26B43"/>
          </p15:clr>
        </p15:guide>
        <p15:guide id="8" orient="horz" pos="2886">
          <p15:clr>
            <a:srgbClr val="F26B43"/>
          </p15:clr>
        </p15:guide>
        <p15:guide id="9" orient="horz" pos="4315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2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3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3200" dirty="0" smtClean="0"/>
              <a:t>NAUDOTŲ VOLKSWAGEN KAINŲ PROGNOZĖ TAIKANT HLM</a:t>
            </a:r>
            <a:endParaRPr lang="en-US" sz="5400" dirty="0"/>
          </a:p>
        </p:txBody>
      </p:sp>
      <p:sp>
        <p:nvSpPr>
          <p:cNvPr id="3" name="TextBox 2"/>
          <p:cNvSpPr txBox="1"/>
          <p:nvPr/>
        </p:nvSpPr>
        <p:spPr>
          <a:xfrm>
            <a:off x="3127248" y="580644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Savarankiškas HLM · K6(10) · Taikomoji daugiamatė analizė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Lidija Puščiūtė, Darja Baranova · 2026</a:t>
            </a:r>
          </a:p>
        </p:txBody>
      </p:sp>
    </p:spTree>
    <p:extLst>
      <p:ext uri="{BB962C8B-B14F-4D97-AF65-F5344CB8AC3E}">
        <p14:creationId xmlns:p14="http://schemas.microsoft.com/office/powerpoint/2010/main" val="18376499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2000" dirty="0" err="1" smtClean="0"/>
              <a:t>Lidija Puščiūtė</a:t>
            </a:r>
            <a:endParaRPr lang="en-US" sz="2000" dirty="0" smtClean="0"/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2000" dirty="0" err="1" smtClean="0"/>
              <a:t>Darja Baranova</a:t>
            </a:r>
            <a:endParaRPr lang="en-US" sz="2000" dirty="0" smtClean="0"/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2000" dirty="0" smtClean="0"/>
              <a:t>Kodas ir duomenys: github.com/LidijaPu/K6</a:t>
            </a:r>
            <a:br>
              <a:rPr lang="en-US" sz="2000" dirty="0" smtClean="0"/>
            </a:br>
            <a:endParaRPr lang="en-US" sz="2000" dirty="0"/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AČIŪ!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8909349"/>
      </p:ext>
    </p:extLst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Duomenys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69164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3B3C3A"/>
                </a:solidFill>
                <a:latin typeface="Arial"/>
              </a:rPr>
              <a:t>Duomenų rinkinys „100,000 UK Used Car Data set“ (Kaggle, failas vw.csv) – naudotų Volkswagen automobilių pardavimo skelbimai Jungtinėje Karalystėje (2020 m.):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06040"/>
            <a:ext cx="1051560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85750" indent="-285750">
              <a:spcAft>
                <a:spcPts val="800"/>
              </a:spcAft>
              <a:buChar char="•"/>
            </a:pPr>
            <a:r>
              <a:rPr sz="1700" b="1" i="0">
                <a:solidFill>
                  <a:srgbClr val="3B3C3A"/>
                </a:solidFill>
                <a:latin typeface="Arial"/>
              </a:rPr>
              <a:t>model</a:t>
            </a:r>
            <a:r>
              <a:rPr sz="1700" b="0" i="0">
                <a:solidFill>
                  <a:srgbClr val="3B3C3A"/>
                </a:solidFill>
                <a:latin typeface="Arial"/>
              </a:rPr>
              <a:t> – automobilio modelis (II lygmuo, 21 modelis);</a:t>
            </a:r>
          </a:p>
          <a:p>
            <a:pPr algn="l" marL="285750" indent="-285750">
              <a:spcAft>
                <a:spcPts val="800"/>
              </a:spcAft>
              <a:buChar char="•"/>
            </a:pPr>
            <a:r>
              <a:rPr sz="1700" b="1" i="0">
                <a:solidFill>
                  <a:srgbClr val="3B3C3A"/>
                </a:solidFill>
                <a:latin typeface="Arial"/>
              </a:rPr>
              <a:t>price</a:t>
            </a:r>
            <a:r>
              <a:rPr sz="1700" b="0" i="0">
                <a:solidFill>
                  <a:srgbClr val="3B3C3A"/>
                </a:solidFill>
                <a:latin typeface="Arial"/>
              </a:rPr>
              <a:t> – kaina svarais; modelyje lkaina = log(price);</a:t>
            </a:r>
          </a:p>
          <a:p>
            <a:pPr algn="l" marL="285750" indent="-285750">
              <a:spcAft>
                <a:spcPts val="800"/>
              </a:spcAft>
              <a:buChar char="•"/>
            </a:pPr>
            <a:r>
              <a:rPr sz="1700" b="1" i="0">
                <a:solidFill>
                  <a:srgbClr val="3B3C3A"/>
                </a:solidFill>
                <a:latin typeface="Arial"/>
              </a:rPr>
              <a:t>amzius</a:t>
            </a:r>
            <a:r>
              <a:rPr sz="1700" b="0" i="0">
                <a:solidFill>
                  <a:srgbClr val="3B3C3A"/>
                </a:solidFill>
                <a:latin typeface="Arial"/>
              </a:rPr>
              <a:t> – automobilio amžius metais (2020 − year);</a:t>
            </a:r>
          </a:p>
          <a:p>
            <a:pPr algn="l" marL="285750" indent="-285750">
              <a:spcAft>
                <a:spcPts val="800"/>
              </a:spcAft>
              <a:buChar char="•"/>
            </a:pPr>
            <a:r>
              <a:rPr sz="1700" b="1" i="0">
                <a:solidFill>
                  <a:srgbClr val="3B3C3A"/>
                </a:solidFill>
                <a:latin typeface="Arial"/>
              </a:rPr>
              <a:t>rida</a:t>
            </a:r>
            <a:r>
              <a:rPr sz="1700" b="0" i="0">
                <a:solidFill>
                  <a:srgbClr val="3B3C3A"/>
                </a:solidFill>
                <a:latin typeface="Arial"/>
              </a:rPr>
              <a:t> – rida, tūkst. mylių;</a:t>
            </a:r>
          </a:p>
          <a:p>
            <a:pPr algn="l" marL="285750" indent="-285750">
              <a:spcAft>
                <a:spcPts val="800"/>
              </a:spcAft>
              <a:buChar char="•"/>
            </a:pPr>
            <a:r>
              <a:rPr sz="1700" b="1" i="0">
                <a:solidFill>
                  <a:srgbClr val="3B3C3A"/>
                </a:solidFill>
                <a:latin typeface="Arial"/>
              </a:rPr>
              <a:t>mpg</a:t>
            </a:r>
            <a:r>
              <a:rPr sz="1700" b="0" i="0">
                <a:solidFill>
                  <a:srgbClr val="3B3C3A"/>
                </a:solidFill>
                <a:latin typeface="Arial"/>
              </a:rPr>
              <a:t> – mylios vienam galonui (sąnaudos);</a:t>
            </a:r>
          </a:p>
          <a:p>
            <a:pPr algn="l" marL="285750" indent="-285750">
              <a:spcAft>
                <a:spcPts val="800"/>
              </a:spcAft>
              <a:buChar char="•"/>
            </a:pPr>
            <a:r>
              <a:rPr sz="1700" b="1" i="0">
                <a:solidFill>
                  <a:srgbClr val="3B3C3A"/>
                </a:solidFill>
                <a:latin typeface="Arial"/>
              </a:rPr>
              <a:t>vid_variklis</a:t>
            </a:r>
            <a:r>
              <a:rPr sz="1700" b="0" i="0">
                <a:solidFill>
                  <a:srgbClr val="3B3C3A"/>
                </a:solidFill>
                <a:latin typeface="Arial"/>
              </a:rPr>
              <a:t> – modelio vidutinis variklio tūris, l (II lygmens kintamasis).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553212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797979"/>
                </a:solidFill>
                <a:latin typeface="Arial"/>
              </a:rPr>
              <a:t>Po valymo: n = 14 864 automobiliai, 21 modelis. Visi kintamieji, išskyrus model, intervaliniai.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Normalumo testas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3</a:t>
            </a:r>
          </a:p>
        </p:txBody>
      </p:sp>
      <p:pic>
        <p:nvPicPr>
          <p:cNvPr id="4" name="Picture 3" descr="Priklausomo kintamojo histogram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737360"/>
            <a:ext cx="6309360" cy="41416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78308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Priklausomo kintamojo histograma</a:t>
            </a:r>
          </a:p>
        </p:txBody>
      </p:sp>
      <p:pic>
        <p:nvPicPr>
          <p:cNvPr id="6" name="Picture 5" descr="o_shapir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2286000"/>
            <a:ext cx="3840480" cy="115956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79" y="3611880"/>
            <a:ext cx="38404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3B3C3A"/>
                </a:solidFill>
                <a:latin typeface="Arial"/>
              </a:rPr>
              <a:t>Shapiro testas normalumą atmeta (p &lt; 0,05), tačiau W = 0,986 artimas 1, o histograma beveik simetriška – nukrypimas tik kairėje uodegoje.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Besąlyginis modelis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4</a:t>
            </a:r>
          </a:p>
        </p:txBody>
      </p:sp>
      <p:pic>
        <p:nvPicPr>
          <p:cNvPr id="4" name="Picture 3" descr="e_m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828800"/>
            <a:ext cx="4937760" cy="1201320"/>
          </a:xfrm>
          <a:prstGeom prst="rect">
            <a:avLst/>
          </a:prstGeom>
        </p:spPr>
      </p:pic>
      <p:pic>
        <p:nvPicPr>
          <p:cNvPr id="5" name="Picture 4" descr="o_m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691640"/>
            <a:ext cx="5166360" cy="2908986"/>
          </a:xfrm>
          <a:prstGeom prst="rect">
            <a:avLst/>
          </a:prstGeom>
        </p:spPr>
      </p:pic>
      <p:pic>
        <p:nvPicPr>
          <p:cNvPr id="6" name="Picture 5" descr="e_m0es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5394960"/>
            <a:ext cx="7790688" cy="41452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ICC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5</a:t>
            </a:r>
          </a:p>
        </p:txBody>
      </p:sp>
      <p:pic>
        <p:nvPicPr>
          <p:cNvPr id="4" name="Picture 3" descr="e_m0es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691640"/>
            <a:ext cx="6400800" cy="340574"/>
          </a:xfrm>
          <a:prstGeom prst="rect">
            <a:avLst/>
          </a:prstGeom>
        </p:spPr>
      </p:pic>
      <p:pic>
        <p:nvPicPr>
          <p:cNvPr id="5" name="Picture 4" descr="e_h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2377440"/>
            <a:ext cx="1399032" cy="499871"/>
          </a:xfrm>
          <a:prstGeom prst="rect">
            <a:avLst/>
          </a:prstGeom>
        </p:spPr>
      </p:pic>
      <p:pic>
        <p:nvPicPr>
          <p:cNvPr id="6" name="Picture 5" descr="e_h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5808" y="2377440"/>
            <a:ext cx="1383792" cy="481583"/>
          </a:xfrm>
          <a:prstGeom prst="rect">
            <a:avLst/>
          </a:prstGeom>
        </p:spPr>
      </p:pic>
      <p:pic>
        <p:nvPicPr>
          <p:cNvPr id="7" name="Picture 6" descr="e_h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30368" y="2377440"/>
            <a:ext cx="1359408" cy="5547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8" y="3200400"/>
            <a:ext cx="6400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3B3C3A"/>
                </a:solidFill>
                <a:latin typeface="Arial"/>
              </a:rPr>
              <a:t>Visos trys nulinės hipotezės yra atmetamos, daroma išvada, kad γ00 ≠ 0, τ00 &gt; 0, σ² &gt; 0.</a:t>
            </a:r>
          </a:p>
        </p:txBody>
      </p:sp>
      <p:pic>
        <p:nvPicPr>
          <p:cNvPr id="9" name="Picture 8" descr="e_icc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" y="3977639"/>
            <a:ext cx="6400800" cy="9231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248" y="5120640"/>
            <a:ext cx="6400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7A003B"/>
                </a:solidFill>
                <a:latin typeface="Arial"/>
              </a:rPr>
              <a:t>Apie 65,4 % naudotų VW kainų priklauso nuo automobilio modelio.</a:t>
            </a:r>
          </a:p>
        </p:txBody>
      </p:sp>
      <p:pic>
        <p:nvPicPr>
          <p:cNvPr id="11" name="Picture 10" descr="o_m0int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5240" y="1691640"/>
            <a:ext cx="3703320" cy="162426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35240" y="3407343"/>
            <a:ext cx="37033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797979"/>
                </a:solidFill>
                <a:latin typeface="Arial"/>
              </a:rPr>
              <a:t>intervals(model.0): standartinių nuokrypių PI neapima 0.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I lygmens kintamųjų koreliacijos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6</a:t>
            </a:r>
          </a:p>
        </p:txBody>
      </p:sp>
      <p:pic>
        <p:nvPicPr>
          <p:cNvPr id="4" name="Picture 3" descr="o_co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828800"/>
            <a:ext cx="5029200" cy="1905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" y="402336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3B3C3A"/>
                </a:solidFill>
                <a:latin typeface="Arial"/>
              </a:rPr>
              <a:t>Stipriausiai koreliuoja amžius ir rida (r = 0,763): senesni automobiliai daugiau nuvažiavę.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3B3C3A"/>
                </a:solidFill>
                <a:latin typeface="Arial"/>
              </a:rPr>
              <a:t>Koreliacija mažesnė už 0,8, todėl stipraus multikolinearumo nėra – abu kintamieji paliekami. mpg su kitais koreliuoja vidutiniškai (≈ 0,40).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Dviejų lygmenų modelis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64592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1 lygio (automobilio)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amzius, rida, mpg</a:t>
            </a:r>
          </a:p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2 lygio (modelio)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vid_variklis</a:t>
            </a:r>
          </a:p>
        </p:txBody>
      </p:sp>
      <p:pic>
        <p:nvPicPr>
          <p:cNvPr id="5" name="Picture 4" descr="e_m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331720"/>
            <a:ext cx="10472928" cy="26334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1248" y="562356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Fiksuoto poveikio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vid_variklis, amzius, rida, mpg</a:t>
            </a:r>
          </a:p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Atsitiktinio poveikio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amzius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Parametrų įverčiai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8</a:t>
            </a:r>
          </a:p>
        </p:txBody>
      </p:sp>
      <p:pic>
        <p:nvPicPr>
          <p:cNvPr id="4" name="Picture 3" descr="o_m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691640"/>
            <a:ext cx="7132320" cy="4489769"/>
          </a:xfrm>
          <a:prstGeom prst="rect">
            <a:avLst/>
          </a:prstGeom>
        </p:spPr>
      </p:pic>
      <p:pic>
        <p:nvPicPr>
          <p:cNvPr id="5" name="Picture 4" descr="e_m1es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783080"/>
            <a:ext cx="2977896" cy="375818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Jungtinė lygtis su įverčiais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9</a:t>
            </a:r>
          </a:p>
        </p:txBody>
      </p:sp>
      <p:pic>
        <p:nvPicPr>
          <p:cNvPr id="4" name="Picture 3" descr="e_join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828800"/>
            <a:ext cx="9927336" cy="405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" y="2651760"/>
            <a:ext cx="1051560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85750" indent="-285750">
              <a:spcAft>
                <a:spcPts val="1000"/>
              </a:spcAft>
              <a:buChar char="•"/>
            </a:pPr>
            <a:r>
              <a:rPr sz="1600" b="0" i="0">
                <a:solidFill>
                  <a:srgbClr val="3B3C3A"/>
                </a:solidFill>
                <a:latin typeface="Arial"/>
              </a:rPr>
              <a:t>Visi fiksuoto poveikio parametrai statistiškai reikšmingi (p &lt; 0,05).</a:t>
            </a:r>
          </a:p>
          <a:p>
            <a:pPr algn="l" marL="285750" indent="-285750">
              <a:spcAft>
                <a:spcPts val="1000"/>
              </a:spcAft>
              <a:buChar char="•"/>
            </a:pPr>
            <a:r>
              <a:rPr sz="1600" b="0" i="0">
                <a:solidFill>
                  <a:srgbClr val="3B3C3A"/>
                </a:solidFill>
                <a:latin typeface="Arial"/>
              </a:rPr>
              <a:t>Y = log(kaina), todėl poveikis procentais = (e^koef − 1)·100: kiekvieni metai −9,5 %, 1000 mylių −0,46 %, 1 mpg −0,79 %.</a:t>
            </a:r>
          </a:p>
          <a:p>
            <a:pPr algn="l" marL="285750" indent="-285750">
              <a:spcAft>
                <a:spcPts val="1000"/>
              </a:spcAft>
              <a:buChar char="•"/>
            </a:pPr>
            <a:r>
              <a:rPr sz="1600" b="0" i="0">
                <a:solidFill>
                  <a:srgbClr val="3B3C3A"/>
                </a:solidFill>
                <a:latin typeface="Arial"/>
              </a:rPr>
              <a:t>Modelis su 1 l didesniu vidutiniu varikliu vidutiniškai 61 % brangesnis.</a:t>
            </a:r>
          </a:p>
          <a:p>
            <a:pPr algn="l" marL="285750" indent="-285750">
              <a:spcAft>
                <a:spcPts val="1000"/>
              </a:spcAft>
              <a:buChar char="•"/>
            </a:pPr>
            <a:r>
              <a:rPr sz="1600" b="0" i="0">
                <a:solidFill>
                  <a:srgbClr val="3B3C3A"/>
                </a:solidFill>
                <a:latin typeface="Arial"/>
              </a:rPr>
              <a:t>Amžiaus nuolydžio st. nuokrypis 0,022 – modeliai nuvertėja nevienodai (Caravelle ≈ 5,8 %, Beetle ≈ 13,3 % per metus).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Modelių palyginimas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85750" indent="-285750">
              <a:spcAft>
                <a:spcPts val="1000"/>
              </a:spcAft>
              <a:buChar char="•"/>
            </a:pPr>
            <a:r>
              <a:rPr sz="1600" b="0" i="0">
                <a:solidFill>
                  <a:srgbClr val="3B3C3A"/>
                </a:solidFill>
                <a:latin typeface="Arial"/>
              </a:rPr>
              <a:t>Lyginant su besąlyginiu modeliu 79,3 % sumažėjo modeliu nepaaiškintų kainų skirtumų:</a:t>
            </a:r>
          </a:p>
        </p:txBody>
      </p:sp>
      <p:pic>
        <p:nvPicPr>
          <p:cNvPr id="5" name="Picture 4" descr="e_sigm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2194560"/>
            <a:ext cx="6121190" cy="1097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1248" y="35204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85750" indent="-285750">
              <a:spcAft>
                <a:spcPts val="1000"/>
              </a:spcAft>
              <a:buChar char="•"/>
            </a:pPr>
            <a:r>
              <a:rPr sz="1600" b="0" i="0">
                <a:solidFill>
                  <a:srgbClr val="3B3C3A"/>
                </a:solidFill>
                <a:latin typeface="Arial"/>
              </a:rPr>
              <a:t>Akaikės indeksas statistiškai reikšmingai sumažėjo (23 329 vienetais, &gt; 10):</a:t>
            </a:r>
          </a:p>
        </p:txBody>
      </p:sp>
      <p:pic>
        <p:nvPicPr>
          <p:cNvPr id="7" name="Picture 6" descr="o_anova0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4069080"/>
            <a:ext cx="8174736" cy="914400"/>
          </a:xfrm>
          <a:prstGeom prst="rect">
            <a:avLst/>
          </a:prstGeom>
        </p:spPr>
      </p:pic>
      <p:pic>
        <p:nvPicPr>
          <p:cNvPr id="8" name="Picture 7" descr="o_anova1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5120640"/>
            <a:ext cx="8065007" cy="914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1248" y="598932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97979"/>
                </a:solidFill>
                <a:latin typeface="Arial"/>
              </a:rPr>
              <a:t>Apačioje – modelis be atsitiktinio amžiaus nuolydžio: AIC didesnis, p &lt; 0,0001 – nuolydis reikalingas.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Modelis su sąveika 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64592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1 lygio (automobilio)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amzius, rida, mpg</a:t>
            </a:r>
          </a:p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2 lygio (modelio)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vid_variklis</a:t>
            </a:r>
          </a:p>
        </p:txBody>
      </p:sp>
      <p:pic>
        <p:nvPicPr>
          <p:cNvPr id="5" name="Picture 4" descr="e_m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331720"/>
            <a:ext cx="10515600" cy="291006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1248" y="562356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Fiksuoto poveikio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vid_variklis, amzius, rida, mpg, vid_variklis·amzius</a:t>
            </a:r>
          </a:p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Atsitiktinio poveikio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amzius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Modelių palyginimas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12</a:t>
            </a:r>
          </a:p>
        </p:txBody>
      </p:sp>
      <p:pic>
        <p:nvPicPr>
          <p:cNvPr id="4" name="Picture 3" descr="o_m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691640"/>
            <a:ext cx="7200899" cy="3429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" y="525780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3B3C3A"/>
                </a:solidFill>
                <a:latin typeface="Arial"/>
              </a:rPr>
              <a:t>Modelio be sąveikos Akaikės indeksas: −14 125,56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3B3C3A"/>
                </a:solidFill>
                <a:latin typeface="Arial"/>
              </a:rPr>
              <a:t>Modelio su sąveika I Akaikės indeksas: −14 125,61  (L.Ratio = 2,04; p = 0,153)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Modelis su sąveika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64592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1 lygio (automobilio)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amzius, rida, mpg</a:t>
            </a:r>
          </a:p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2 lygio (modelio)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vid_variklis</a:t>
            </a:r>
          </a:p>
        </p:txBody>
      </p:sp>
      <p:pic>
        <p:nvPicPr>
          <p:cNvPr id="5" name="Picture 4" descr="e_m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331720"/>
            <a:ext cx="10515600" cy="29928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1248" y="562356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Fiksuoto poveikio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vid_variklis, amzius, rida, mpg, vid_variklis·mpg</a:t>
            </a:r>
          </a:p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Atsitiktinio poveikio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amzius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Modelių palyginimas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14</a:t>
            </a:r>
          </a:p>
        </p:txBody>
      </p:sp>
      <p:pic>
        <p:nvPicPr>
          <p:cNvPr id="4" name="Picture 3" descr="o_m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691640"/>
            <a:ext cx="6119530" cy="3017520"/>
          </a:xfrm>
          <a:prstGeom prst="rect">
            <a:avLst/>
          </a:prstGeom>
        </p:spPr>
      </p:pic>
      <p:pic>
        <p:nvPicPr>
          <p:cNvPr id="5" name="Picture 4" descr="o_anova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4892040"/>
            <a:ext cx="7258507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92440" y="1783080"/>
            <a:ext cx="324612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3B3C3A"/>
                </a:solidFill>
                <a:latin typeface="Arial"/>
              </a:rPr>
              <a:t>Modelio be sąveikos Akaikės indeksas: −14 125,56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3B3C3A"/>
                </a:solidFill>
                <a:latin typeface="Arial"/>
              </a:rPr>
              <a:t>Modelio su sąveika 2 Akaikės indeksas: −14 135,11</a:t>
            </a:r>
          </a:p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7A003B"/>
                </a:solidFill>
                <a:latin typeface="Arial"/>
              </a:rPr>
              <a:t>Sąveika reikšminga (p &lt; 0,001), bet AIC pokytis kuklus (9,6 &lt; 10), σ² beveik nepakito (0,02234 → 0,02232).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571500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3B3C3A"/>
                </a:solidFill>
                <a:latin typeface="Arial"/>
              </a:rPr>
              <a:t>Galutiniu modeliu renkamės paprastesnį – be sąveikos.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Prielaidų tikrinimas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15</a:t>
            </a:r>
          </a:p>
        </p:txBody>
      </p:sp>
      <p:pic>
        <p:nvPicPr>
          <p:cNvPr id="4" name="Picture 3" descr="Liekanų q-q grafika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737360"/>
            <a:ext cx="5074920" cy="3721608"/>
          </a:xfrm>
          <a:prstGeom prst="rect">
            <a:avLst/>
          </a:prstGeom>
        </p:spPr>
      </p:pic>
      <p:pic>
        <p:nvPicPr>
          <p:cNvPr id="5" name="Picture 4" descr="Liekanų histogram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1928" y="1737360"/>
            <a:ext cx="5074920" cy="3721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1248" y="553212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3B3C3A"/>
                </a:solidFill>
                <a:latin typeface="Arial"/>
              </a:rPr>
              <a:t>qqnorm(model.1, ~resid(.)) – visai panašu į normalumą; nukrypimai tik kairėje uodegoje (itin pigūs skelbimai).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Prielaidų tikrinimas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16</a:t>
            </a:r>
          </a:p>
        </p:txBody>
      </p:sp>
      <p:pic>
        <p:nvPicPr>
          <p:cNvPr id="4" name="Picture 3" descr="Atsitiktinių efektų q-q grafika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783080"/>
            <a:ext cx="7315200" cy="357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0" y="1920240"/>
            <a:ext cx="292608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3B3C3A"/>
                </a:solidFill>
                <a:latin typeface="Arial"/>
              </a:rPr>
              <a:t>qqnorm(model.1, ~ranef(.))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3B3C3A"/>
                </a:solidFill>
                <a:latin typeface="Arial"/>
              </a:rPr>
              <a:t>Atsitiktinių efektų u0 ir u1 taškai išsidėstę apie tiesę – normalumas apytiksliai tenkinamas.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Kas negerai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828800"/>
            <a:ext cx="10515600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85750" indent="-285750">
              <a:spcAft>
                <a:spcPts val="1400"/>
              </a:spcAft>
              <a:buChar char="•"/>
            </a:pPr>
            <a:r>
              <a:rPr sz="1800" b="0" i="0">
                <a:solidFill>
                  <a:srgbClr val="3B3C3A"/>
                </a:solidFill>
                <a:latin typeface="Arial"/>
              </a:rPr>
              <a:t>Modelis su sąveika I turėjo nereikšmingą sąveikos koeficientą (p = 0,140) – ši sąveika nereikalinga.</a:t>
            </a:r>
          </a:p>
          <a:p>
            <a:pPr algn="l" marL="285750" indent="-285750">
              <a:spcAft>
                <a:spcPts val="1400"/>
              </a:spcAft>
              <a:buChar char="•"/>
            </a:pPr>
            <a:r>
              <a:rPr sz="1800" b="0" i="0">
                <a:solidFill>
                  <a:srgbClr val="3B3C3A"/>
                </a:solidFill>
                <a:latin typeface="Arial"/>
              </a:rPr>
              <a:t>Sąveika 2 (vid_variklis·mpg) reikšminga, bet AIC pokytis kuklus (mažiau 10) – renkamės paprastesnį modelį.</a:t>
            </a:r>
          </a:p>
          <a:p>
            <a:pPr algn="l" marL="285750" indent="-285750">
              <a:spcAft>
                <a:spcPts val="1400"/>
              </a:spcAft>
              <a:buChar char="•"/>
            </a:pPr>
            <a:r>
              <a:rPr sz="1800" b="0" i="0">
                <a:solidFill>
                  <a:srgbClr val="3B3C3A"/>
                </a:solidFill>
                <a:latin typeface="Arial"/>
              </a:rPr>
              <a:t>Shapiro testas normalumą atmeta; liekanų kairėje uodegoje – keli itin pigūs skelbimai.</a:t>
            </a:r>
          </a:p>
          <a:p>
            <a:pPr algn="l" marL="285750" indent="-285750">
              <a:spcAft>
                <a:spcPts val="1400"/>
              </a:spcAft>
              <a:buChar char="•"/>
            </a:pPr>
            <a:r>
              <a:rPr sz="1800" b="0" i="0">
                <a:solidFill>
                  <a:srgbClr val="3B3C3A"/>
                </a:solidFill>
                <a:latin typeface="Arial"/>
              </a:rPr>
              <a:t>Kainos – skelbimų, ne sandorių; tirta tik viena markė (VW).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VU">
      <a:dk1>
        <a:srgbClr val="7A003B"/>
      </a:dk1>
      <a:lt1>
        <a:srgbClr val="FFFFFF"/>
      </a:lt1>
      <a:dk2>
        <a:srgbClr val="7A003B"/>
      </a:dk2>
      <a:lt2>
        <a:srgbClr val="FEFFFE"/>
      </a:lt2>
      <a:accent1>
        <a:srgbClr val="E03357"/>
      </a:accent1>
      <a:accent2>
        <a:srgbClr val="E2E3E2"/>
      </a:accent2>
      <a:accent3>
        <a:srgbClr val="3B3C3A"/>
      </a:accent3>
      <a:accent4>
        <a:srgbClr val="989998"/>
      </a:accent4>
      <a:accent5>
        <a:srgbClr val="D5D5D5"/>
      </a:accent5>
      <a:accent6>
        <a:srgbClr val="797979"/>
      </a:accent6>
      <a:hlink>
        <a:srgbClr val="E03357"/>
      </a:hlink>
      <a:folHlink>
        <a:srgbClr val="E2E3E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Custom Design">
  <a:themeElements>
    <a:clrScheme name="VU">
      <a:dk1>
        <a:srgbClr val="7A003B"/>
      </a:dk1>
      <a:lt1>
        <a:srgbClr val="FFFFFF"/>
      </a:lt1>
      <a:dk2>
        <a:srgbClr val="7A003B"/>
      </a:dk2>
      <a:lt2>
        <a:srgbClr val="FEFFFE"/>
      </a:lt2>
      <a:accent1>
        <a:srgbClr val="E03357"/>
      </a:accent1>
      <a:accent2>
        <a:srgbClr val="E2E3E2"/>
      </a:accent2>
      <a:accent3>
        <a:srgbClr val="3B3C3A"/>
      </a:accent3>
      <a:accent4>
        <a:srgbClr val="989998"/>
      </a:accent4>
      <a:accent5>
        <a:srgbClr val="D5D5D5"/>
      </a:accent5>
      <a:accent6>
        <a:srgbClr val="797979"/>
      </a:accent6>
      <a:hlink>
        <a:srgbClr val="E03357"/>
      </a:hlink>
      <a:folHlink>
        <a:srgbClr val="E2E3E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12177</TotalTime>
  <Words>40</Words>
  <Application>Microsoft Office PowerPoint</Application>
  <PresentationFormat>Plačiaekranė</PresentationFormat>
  <Paragraphs>22</Paragraphs>
  <Slides>19</Slides>
  <Notes>0</Notes>
  <HiddenSlides>0</HiddenSlides>
  <MMClips>0</MMClips>
  <ScaleCrop>false</ScaleCrop>
  <HeadingPairs>
    <vt:vector size="6" baseType="variant">
      <vt:variant>
        <vt:lpstr>Naudojami šriftai</vt:lpstr>
      </vt:variant>
      <vt:variant>
        <vt:i4>2</vt:i4>
      </vt:variant>
      <vt:variant>
        <vt:lpstr>Tema</vt:lpstr>
      </vt:variant>
      <vt:variant>
        <vt:i4>2</vt:i4>
      </vt:variant>
      <vt:variant>
        <vt:lpstr>Skaidrių pavadinimai</vt:lpstr>
      </vt:variant>
      <vt:variant>
        <vt:i4>19</vt:i4>
      </vt:variant>
    </vt:vector>
  </HeadingPairs>
  <TitlesOfParts>
    <vt:vector size="23" baseType="lpstr">
      <vt:lpstr>Arial</vt:lpstr>
      <vt:lpstr>GT Walsheim</vt:lpstr>
      <vt:lpstr>Custom Design</vt:lpstr>
      <vt:lpstr>1_Custom Design</vt:lpstr>
      <vt:lpstr>PRISTATYMO PAVADINIMAS</vt:lpstr>
      <vt:lpstr>TURINYS</vt:lpstr>
      <vt:lpstr>„PowerPoint“ pateiktis</vt:lpstr>
      <vt:lpstr>„PowerPoint“ pateiktis</vt:lpstr>
      <vt:lpstr>„PowerPoint“ pateiktis</vt:lpstr>
      <vt:lpstr>SKYRIAUS PAVADINIMAS</vt:lpstr>
      <vt:lpstr>SKYRIAUS PAVADINIMAS</vt:lpstr>
      <vt:lpstr>SKYRIAUS PAVADINIMAS</vt:lpstr>
      <vt:lpstr>„PowerPoint“ pateiktis</vt:lpstr>
      <vt:lpstr>„PowerPoint“ pateiktis</vt:lpstr>
      <vt:lpstr>„PowerPoint“ pateiktis</vt:lpstr>
      <vt:lpstr>„PowerPoint“ pateiktis</vt:lpstr>
      <vt:lpstr>„PowerPoint“ pateiktis</vt:lpstr>
      <vt:lpstr>„PowerPoint“ pateiktis</vt:lpstr>
      <vt:lpstr>Lentelės</vt:lpstr>
      <vt:lpstr>Lentelės II </vt:lpstr>
      <vt:lpstr>Lentelės III </vt:lpstr>
      <vt:lpstr>„PowerPoint“ pateiktis</vt:lpstr>
      <vt:lpstr>KONTAKTAI</vt:lpstr>
    </vt:vector>
  </TitlesOfParts>
  <Company>Vilniaus universitetas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Rokas Aleliūnas</dc:creator>
  <cp:lastModifiedBy>Giedrė Gintautaitė</cp:lastModifiedBy>
  <cp:revision>97</cp:revision>
  <dcterms:created xsi:type="dcterms:W3CDTF">2017-06-28T06:49:28Z</dcterms:created>
  <dcterms:modified xsi:type="dcterms:W3CDTF">2017-09-27T06:55:47Z</dcterms:modified>
</cp:coreProperties>
</file>